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92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97E0-4113-5204-B01B-359B2A1D7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06C1F6-477B-C33B-F4A8-BDFB6A66B1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E3150-656E-2E64-0114-C5C3F218B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042F1-18EE-0672-1F23-487773479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4E5C2-C9B4-C177-4FD1-6B1E3342E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5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6F67-3B17-6EAD-AC8D-B0C3D028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3CA50-5FEA-768E-3DC4-500725C67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2DF0B-E575-A383-7B8A-C4A349845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A98CC-830B-C14B-1AA9-6710BC02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0C19E-F378-3B43-5869-E5F19E6D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97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C7C49-BA83-5C6B-7AA8-286763FD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5C8C-DCAF-1817-1C17-BB7FAF38C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34144-756C-9F26-F407-22F1E16A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D127C-176F-6F26-728D-B43DF12D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DB877-8916-45CE-79BC-9DFB21CD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6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C229-33DF-8EC1-73EB-108E8087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13429-AD87-4779-0001-4239AFD095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9A910-5619-F7BE-F410-51AAF4E25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D92AB-F93C-E90B-CA12-4E7CCE725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29449-D532-DD6C-9570-BB3D5349F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F20B9-7EEF-64C3-8C9F-F414B9C1D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03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CB165-1A01-6052-B04B-1C028D88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92B1A-CD34-68FF-3FDB-FC3A7A258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907B8-D27F-8A09-B291-3F86D6B45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12B85-0A04-DBE4-94FA-0F127D3D0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2F1CA8-F9DF-56ED-4ED9-C7C2314382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F4C172-C9FE-024F-6A18-FE6A6D8E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E5C1A-940E-AEB0-235C-5D491FA6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9532A9-7E71-A0CF-E160-499447F9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8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1CB5B-A01D-B4E5-969A-047CE8C1C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6D555F-161B-70B0-E4EC-6801F9A82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F2902-0086-C50D-E2CE-AB8DDAD9C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E19CAC-D578-B3E4-56D1-9D2EEDC56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8B0487-01BD-12E5-0B2E-A796D9A38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249708-8B0E-C7E6-9942-FCDB13A88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421DC-0887-E367-1F4C-65396EEF7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71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6CD4-EA89-E83D-8C61-1BDD542AE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8A163-BD96-6DEF-C84C-1EA58A1A3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998A5-DB25-45E4-30FF-82EE6FB20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819AF2-0FDD-79BD-903F-B636F3F72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03F65-8EBE-9099-C0FE-4D70797A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FC0C4-90C5-EAE4-5E7C-AA682FB8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9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DCF5B-F815-B792-5B73-01D103318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BD626B-81DC-D5F7-57B8-23603A0B4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35345-B65B-03A3-3B21-37D761672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74A57-C569-1AC7-86E6-60EBD65C5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3147F1-4B3E-7C7F-7956-EF9FB75A8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8ECAE-31CA-06B2-B477-F2B737D8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751E1-E382-12AF-5D51-1BF54D8E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7CE03-65A9-C900-0BB6-37F819C43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BF7F4-E337-F8FA-6986-6225BC597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078AE-3D13-9317-84E3-3B1F577D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80B96-16E3-1C49-E4C2-46DA1536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78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34ED78-C77B-ABE8-C82E-1914C386A5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0C3B6-DE4D-3465-7C60-21F3D6DEE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2530A-AA3A-2364-7490-6DF5A1E8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7BF3D-C1CE-E7C4-2D2B-BF6D97C8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F81F0-A559-0FA3-BAD2-C251441C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8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532A7C-31C5-6E02-3DAF-BB8112231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41CA-B84B-DD32-E4B2-FD06E6668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23C6D-52AA-3D71-9E6D-93E96BBD0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E8BDD-7BCF-874E-B72D-DD16A811AE54}" type="datetimeFigureOut">
              <a:rPr lang="en-US" smtClean="0"/>
              <a:t>6/3/25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1AF27-7FC1-6A09-269A-E0DA5C0D5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58943-3D45-8E47-F2E8-433C82B2B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BFA24-C23E-DE40-952D-81EEC30C2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82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hrm.com/department?id=4" TargetMode="External"/><Relationship Id="rId2" Type="http://schemas.openxmlformats.org/officeDocument/2006/relationships/hyperlink" Target="https://hrm.com/employe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70A404-5930-0A32-B5DA-E18755F85292}"/>
              </a:ext>
            </a:extLst>
          </p:cNvPr>
          <p:cNvSpPr txBox="1"/>
          <p:nvPr/>
        </p:nvSpPr>
        <p:spPr>
          <a:xfrm>
            <a:off x="760021" y="344384"/>
            <a:ext cx="34279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an Endpoint?</a:t>
            </a:r>
          </a:p>
          <a:p>
            <a:endParaRPr lang="en-US" dirty="0"/>
          </a:p>
          <a:p>
            <a:r>
              <a:rPr lang="en-US" dirty="0"/>
              <a:t>URI: Uniform resources identifier</a:t>
            </a:r>
          </a:p>
          <a:p>
            <a:r>
              <a:rPr lang="en-US" dirty="0"/>
              <a:t>URL: Uniform resources locator</a:t>
            </a:r>
          </a:p>
          <a:p>
            <a:r>
              <a:rPr lang="en-US" dirty="0"/>
              <a:t>URN: Uniform resources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F2D582-82E6-0E5D-FC83-FFE3661B443E}"/>
              </a:ext>
            </a:extLst>
          </p:cNvPr>
          <p:cNvSpPr/>
          <p:nvPr/>
        </p:nvSpPr>
        <p:spPr>
          <a:xfrm>
            <a:off x="8918369" y="961901"/>
            <a:ext cx="2481943" cy="19119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DB2991-2DCA-17BB-A597-DE55B4B0407C}"/>
              </a:ext>
            </a:extLst>
          </p:cNvPr>
          <p:cNvSpPr/>
          <p:nvPr/>
        </p:nvSpPr>
        <p:spPr>
          <a:xfrm>
            <a:off x="9274629" y="1377538"/>
            <a:ext cx="1888176" cy="12231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47C26C-349C-10BA-33F3-4D438289706E}"/>
              </a:ext>
            </a:extLst>
          </p:cNvPr>
          <p:cNvSpPr txBox="1"/>
          <p:nvPr/>
        </p:nvSpPr>
        <p:spPr>
          <a:xfrm>
            <a:off x="9634101" y="344384"/>
            <a:ext cx="1169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Employee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61CB3E-3D83-3559-27AE-029A986F66AC}"/>
              </a:ext>
            </a:extLst>
          </p:cNvPr>
          <p:cNvSpPr/>
          <p:nvPr/>
        </p:nvSpPr>
        <p:spPr>
          <a:xfrm>
            <a:off x="8965869" y="4085112"/>
            <a:ext cx="2612571" cy="200693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5B002C-4BAC-CEEC-B7DA-1D8EA162B2E5}"/>
              </a:ext>
            </a:extLst>
          </p:cNvPr>
          <p:cNvSpPr/>
          <p:nvPr/>
        </p:nvSpPr>
        <p:spPr>
          <a:xfrm>
            <a:off x="9381506" y="4453247"/>
            <a:ext cx="1781299" cy="127066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418167-AD75-2316-919C-161C90BFD131}"/>
              </a:ext>
            </a:extLst>
          </p:cNvPr>
          <p:cNvSpPr txBox="1"/>
          <p:nvPr/>
        </p:nvSpPr>
        <p:spPr>
          <a:xfrm>
            <a:off x="9535886" y="3705101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Department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D3BFA-8787-FCC0-A27E-1E8BAE8707A6}"/>
              </a:ext>
            </a:extLst>
          </p:cNvPr>
          <p:cNvSpPr txBox="1"/>
          <p:nvPr/>
        </p:nvSpPr>
        <p:spPr>
          <a:xfrm>
            <a:off x="760021" y="1917865"/>
            <a:ext cx="5978303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https://HRM.com/</a:t>
            </a:r>
            <a:r>
              <a:rPr lang="en-US" dirty="0" err="1">
                <a:hlinkClick r:id="rId2"/>
              </a:rPr>
              <a:t>employee</a:t>
            </a:r>
            <a:r>
              <a:rPr lang="en-US" dirty="0" err="1"/>
              <a:t>?id</a:t>
            </a:r>
            <a:r>
              <a:rPr lang="en-US" dirty="0"/>
              <a:t>=2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https://HRM.com/department?id=4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Scheme – http/https</a:t>
            </a:r>
          </a:p>
          <a:p>
            <a:r>
              <a:rPr lang="en-US" dirty="0"/>
              <a:t>Host – </a:t>
            </a:r>
            <a:r>
              <a:rPr lang="en-US" dirty="0" err="1"/>
              <a:t>HRM.com</a:t>
            </a:r>
            <a:endParaRPr lang="en-US" dirty="0"/>
          </a:p>
          <a:p>
            <a:r>
              <a:rPr lang="en-US" dirty="0"/>
              <a:t>Path parameter – employee / department (database name)</a:t>
            </a:r>
          </a:p>
          <a:p>
            <a:r>
              <a:rPr lang="en-US" dirty="0" err="1"/>
              <a:t>Queryparameter</a:t>
            </a:r>
            <a:r>
              <a:rPr lang="en-US" dirty="0"/>
              <a:t> - ?id=4/?id=2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URI - </a:t>
            </a:r>
            <a:r>
              <a:rPr lang="en-US" dirty="0">
                <a:hlinkClick r:id="rId3"/>
              </a:rPr>
              <a:t>https://HRM.com/department?id=4</a:t>
            </a:r>
            <a:endParaRPr lang="en-US" dirty="0"/>
          </a:p>
          <a:p>
            <a:r>
              <a:rPr lang="en-US" dirty="0"/>
              <a:t>URL - </a:t>
            </a:r>
            <a:r>
              <a:rPr lang="en-US" dirty="0">
                <a:hlinkClick r:id="rId3"/>
              </a:rPr>
              <a:t>HRM.com/department?id=4</a:t>
            </a:r>
            <a:endParaRPr lang="en-US" dirty="0"/>
          </a:p>
          <a:p>
            <a:r>
              <a:rPr lang="en-US" dirty="0"/>
              <a:t>URN - </a:t>
            </a:r>
            <a:r>
              <a:rPr lang="en-US" dirty="0">
                <a:hlinkClick r:id="rId3"/>
              </a:rPr>
              <a:t>department?id=4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794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865FBF-E0A5-8FCC-DD7B-D89809CC0E62}"/>
              </a:ext>
            </a:extLst>
          </p:cNvPr>
          <p:cNvSpPr/>
          <p:nvPr/>
        </p:nvSpPr>
        <p:spPr>
          <a:xfrm>
            <a:off x="510639" y="724395"/>
            <a:ext cx="2291938" cy="22681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Client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A7B25B-F187-65F3-F546-7C38ABDE735B}"/>
              </a:ext>
            </a:extLst>
          </p:cNvPr>
          <p:cNvSpPr/>
          <p:nvPr/>
        </p:nvSpPr>
        <p:spPr>
          <a:xfrm>
            <a:off x="8892639" y="724395"/>
            <a:ext cx="2291938" cy="22681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Server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8D99AB-0212-0362-877B-49E8D8E8F354}"/>
              </a:ext>
            </a:extLst>
          </p:cNvPr>
          <p:cNvCxnSpPr/>
          <p:nvPr/>
        </p:nvCxnSpPr>
        <p:spPr>
          <a:xfrm>
            <a:off x="2921330" y="1282535"/>
            <a:ext cx="57120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18449E-40EB-02CB-9957-E9702640CDAA}"/>
              </a:ext>
            </a:extLst>
          </p:cNvPr>
          <p:cNvCxnSpPr/>
          <p:nvPr/>
        </p:nvCxnSpPr>
        <p:spPr>
          <a:xfrm flipH="1">
            <a:off x="2921330" y="2410691"/>
            <a:ext cx="56645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75867B-C61A-5444-9107-840726EC3D51}"/>
              </a:ext>
            </a:extLst>
          </p:cNvPr>
          <p:cNvSpPr txBox="1"/>
          <p:nvPr/>
        </p:nvSpPr>
        <p:spPr>
          <a:xfrm>
            <a:off x="3218213" y="926275"/>
            <a:ext cx="14000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-request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05339E-3130-DF54-A36D-21F6F67D4793}"/>
              </a:ext>
            </a:extLst>
          </p:cNvPr>
          <p:cNvSpPr txBox="1"/>
          <p:nvPr/>
        </p:nvSpPr>
        <p:spPr>
          <a:xfrm>
            <a:off x="7065818" y="2042556"/>
            <a:ext cx="1609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API - response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65F029-1219-FB6E-753B-609D7ACBABB2}"/>
              </a:ext>
            </a:extLst>
          </p:cNvPr>
          <p:cNvSpPr txBox="1"/>
          <p:nvPr/>
        </p:nvSpPr>
        <p:spPr>
          <a:xfrm>
            <a:off x="3479470" y="2897579"/>
            <a:ext cx="3301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ALL WS are API</a:t>
            </a:r>
          </a:p>
          <a:p>
            <a:r>
              <a:rPr lang="en-US" dirty="0"/>
              <a:t>2. Not all API are WS</a:t>
            </a:r>
          </a:p>
          <a:p>
            <a:r>
              <a:rPr lang="en-US" dirty="0"/>
              <a:t>3.  SOAP  and REST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669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137</Words>
  <Application>Microsoft Macintosh PowerPoint</Application>
  <PresentationFormat>Widescreen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nitin gupta</dc:creator>
  <cp:lastModifiedBy>nitin gupta</cp:lastModifiedBy>
  <cp:revision>1</cp:revision>
  <dcterms:created xsi:type="dcterms:W3CDTF">2025-06-03T14:51:31Z</dcterms:created>
  <dcterms:modified xsi:type="dcterms:W3CDTF">2025-06-04T14:22:22Z</dcterms:modified>
</cp:coreProperties>
</file>